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7" r:id="rId6"/>
    <p:sldId id="266" r:id="rId7"/>
    <p:sldId id="262" r:id="rId8"/>
    <p:sldId id="264" r:id="rId9"/>
    <p:sldId id="26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2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53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6612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369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879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66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69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354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733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498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727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2401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3866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6522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890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6162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183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6F209-DF8A-460A-AF5E-618FBBF52DA6}" type="datetimeFigureOut">
              <a:rPr lang="ru-RU" smtClean="0"/>
              <a:t>06.09.2022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3F4DAA6-4997-4EF8-89FC-789604DF53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77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5E48F-F68D-1677-E082-B5246935C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1468" y="413426"/>
            <a:ext cx="8915399" cy="2262781"/>
          </a:xfrm>
        </p:spPr>
        <p:txBody>
          <a:bodyPr/>
          <a:lstStyle/>
          <a:p>
            <a:pPr algn="ctr"/>
            <a:r>
              <a:rPr lang="en-US" dirty="0"/>
              <a:t>DevOps Task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6E9ACE-CD1F-CE19-46BB-EF380ED747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Vladyslav Biletskiy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6113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85ED56-578E-77CA-601E-82B79696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Structure</a:t>
            </a:r>
            <a:endParaRPr lang="en-US" b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543A62-A2AB-454A-878E-D3D9190D5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577538AE-2E8E-27BA-80AF-6D4C75417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/>
            <a:r>
              <a:rPr lang="en-US"/>
              <a:t>.github/workflows – GitHub Actions workflow</a:t>
            </a:r>
          </a:p>
          <a:p>
            <a:pPr marL="285750" indent="-285750"/>
            <a:r>
              <a:rPr lang="en-US"/>
              <a:t>ansible – directory with roles, playbooks and requirements files</a:t>
            </a:r>
          </a:p>
          <a:p>
            <a:pPr marL="285750" indent="-285750"/>
            <a:r>
              <a:rPr lang="en-US"/>
              <a:t>README.md file containing the project tree</a:t>
            </a:r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50553464-41F1-4160-9D02-7C5EC7013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7157B01-DEC9-69F4-BB28-1F92D3042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983" y="385991"/>
            <a:ext cx="5883502" cy="618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05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BEE29-890D-2AF3-BE91-F135C9F4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Actions workflow file</a:t>
            </a:r>
            <a:endParaRPr lang="ru-RU" dirty="0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C489799D-CBEC-B3C6-4C7C-921295B50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5330" y="1646351"/>
            <a:ext cx="8915400" cy="601038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AE7F0A-5864-2F28-C653-3450CADFBE4E}"/>
              </a:ext>
            </a:extLst>
          </p:cNvPr>
          <p:cNvSpPr txBox="1"/>
          <p:nvPr/>
        </p:nvSpPr>
        <p:spPr>
          <a:xfrm>
            <a:off x="1625330" y="1228873"/>
            <a:ext cx="8186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1) Run CI when the master branch commits changes to the repository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AD0299-8D8F-111A-4B2A-209E6E12B92F}"/>
              </a:ext>
            </a:extLst>
          </p:cNvPr>
          <p:cNvSpPr txBox="1"/>
          <p:nvPr/>
        </p:nvSpPr>
        <p:spPr>
          <a:xfrm>
            <a:off x="1625330" y="2597535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2) Checkout code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F3319DC-7D49-93BA-CB07-1A02312D8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330" y="3064912"/>
            <a:ext cx="73914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211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C57400-5F82-122B-8DE8-1A88F1D2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 Actions workflow file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7ABAF-EA85-F1ED-0808-ABFD7D51C9B0}"/>
              </a:ext>
            </a:extLst>
          </p:cNvPr>
          <p:cNvSpPr txBox="1"/>
          <p:nvPr/>
        </p:nvSpPr>
        <p:spPr>
          <a:xfrm>
            <a:off x="1517716" y="1385930"/>
            <a:ext cx="5069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3) Run playbook job: Run </a:t>
            </a:r>
            <a:r>
              <a:rPr lang="en-US" dirty="0" err="1"/>
              <a:t>playbook.yml</a:t>
            </a:r>
            <a:r>
              <a:rPr lang="en-US" dirty="0"/>
              <a:t> with</a:t>
            </a:r>
            <a:endParaRPr lang="uk-UA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F58209D-2FC9-AA69-6936-568F971D6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7716" y="2252662"/>
            <a:ext cx="7629525" cy="2352675"/>
          </a:xfrm>
        </p:spPr>
      </p:pic>
    </p:spTree>
    <p:extLst>
      <p:ext uri="{BB962C8B-B14F-4D97-AF65-F5344CB8AC3E}">
        <p14:creationId xmlns:p14="http://schemas.microsoft.com/office/powerpoint/2010/main" val="3908865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D51DE-701A-982F-300A-81D521DAE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ansible folder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768F49-9472-7F83-D746-8CDEF9BF3EA9}"/>
              </a:ext>
            </a:extLst>
          </p:cNvPr>
          <p:cNvSpPr txBox="1"/>
          <p:nvPr/>
        </p:nvSpPr>
        <p:spPr>
          <a:xfrm>
            <a:off x="2664259" y="1499879"/>
            <a:ext cx="4503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roles</a:t>
            </a:r>
            <a:r>
              <a:rPr lang="uk-UA" dirty="0"/>
              <a:t> </a:t>
            </a:r>
            <a:r>
              <a:rPr lang="en-US" dirty="0"/>
              <a:t>– folder with role “</a:t>
            </a:r>
            <a:r>
              <a:rPr lang="en-US" dirty="0" err="1"/>
              <a:t>setup_venvs</a:t>
            </a:r>
            <a:r>
              <a:rPr lang="en-US" dirty="0"/>
              <a:t>”</a:t>
            </a:r>
            <a:endParaRPr lang="uk-U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playbook.yml</a:t>
            </a:r>
            <a:r>
              <a:rPr lang="en-US" dirty="0"/>
              <a:t> – ansible playbook 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3E5FA3C-4DFE-690A-F197-845463AE6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259" y="2414998"/>
            <a:ext cx="52197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61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0E0BE0-CE86-3B2A-D1FC-39A8F0090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Ansible playbook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3514745-061B-C640-8F7B-5D7177B83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572263"/>
            <a:ext cx="3943350" cy="14573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CFDF85-63F8-B761-49F8-D569CC44B1C5}"/>
              </a:ext>
            </a:extLst>
          </p:cNvPr>
          <p:cNvSpPr txBox="1"/>
          <p:nvPr/>
        </p:nvSpPr>
        <p:spPr>
          <a:xfrm>
            <a:off x="2592925" y="3331410"/>
            <a:ext cx="5656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playbook contains a host and a single role that runs on</a:t>
            </a:r>
            <a:r>
              <a:rPr lang="uk-UA" dirty="0"/>
              <a:t> </a:t>
            </a:r>
            <a:r>
              <a:rPr lang="en-US" dirty="0"/>
              <a:t>when system is Linux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0910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22B9EF-5F12-52C8-48AF-AB8E79DD1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0860" y="802517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Ansible role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543A62-A2AB-454A-878E-D3D9190D5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AFEEC9-A278-8040-6EC8-E2B40EA8E05B}"/>
              </a:ext>
            </a:extLst>
          </p:cNvPr>
          <p:cNvSpPr txBox="1"/>
          <p:nvPr/>
        </p:nvSpPr>
        <p:spPr>
          <a:xfrm>
            <a:off x="2049636" y="2267469"/>
            <a:ext cx="4449839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files – folder with requirements files</a:t>
            </a: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tasks – folder with task for Ansible</a:t>
            </a:r>
          </a:p>
          <a:p>
            <a:pPr marL="285750" indent="-28575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vars – folder with needed variables</a:t>
            </a: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50553464-41F1-4160-9D02-7C5EC7013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DE0338-8DD8-24D1-6193-8AB26E055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607" y="2197508"/>
            <a:ext cx="39624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39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2349BA-7704-DE58-FC24-404DDD6A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687D17-9FE0-EF2A-90F7-C2970B63526F}"/>
              </a:ext>
            </a:extLst>
          </p:cNvPr>
          <p:cNvSpPr txBox="1"/>
          <p:nvPr/>
        </p:nvSpPr>
        <p:spPr>
          <a:xfrm>
            <a:off x="2425764" y="1451296"/>
            <a:ext cx="7928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we have 4 txt files with requirements to install in the environment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B909380-6F42-00F4-5DFA-6DBF56A78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2297501"/>
            <a:ext cx="5067300" cy="2924175"/>
          </a:xfrm>
        </p:spPr>
      </p:pic>
    </p:spTree>
    <p:extLst>
      <p:ext uri="{BB962C8B-B14F-4D97-AF65-F5344CB8AC3E}">
        <p14:creationId xmlns:p14="http://schemas.microsoft.com/office/powerpoint/2010/main" val="159714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5E0639-F5F1-3C95-10CF-8008A2FE8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Ansible tasks that executed by the role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FC29817E-E6A9-18CF-8A5B-E053F926A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4746" y="1539875"/>
            <a:ext cx="4819050" cy="377825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A16009-4CDB-6CB7-D87F-110564384C3A}"/>
              </a:ext>
            </a:extLst>
          </p:cNvPr>
          <p:cNvSpPr txBox="1"/>
          <p:nvPr/>
        </p:nvSpPr>
        <p:spPr>
          <a:xfrm>
            <a:off x="6649357" y="2134234"/>
            <a:ext cx="53521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Install </a:t>
            </a:r>
            <a:r>
              <a:rPr lang="en-US" b="1" dirty="0" err="1"/>
              <a:t>virtualenv</a:t>
            </a:r>
            <a:r>
              <a:rPr lang="en-US" b="1" dirty="0"/>
              <a:t> </a:t>
            </a:r>
            <a:r>
              <a:rPr lang="en-US" dirty="0"/>
              <a:t>– python3 creates environments called like requirements files</a:t>
            </a:r>
          </a:p>
          <a:p>
            <a:r>
              <a:rPr lang="en-US" b="1" dirty="0"/>
              <a:t>Install dependencies </a:t>
            </a:r>
            <a:r>
              <a:rPr lang="en-US" dirty="0"/>
              <a:t>– pip installing the project’s dependencies inside an active virtual environment</a:t>
            </a:r>
          </a:p>
          <a:p>
            <a:endParaRPr lang="en-US" dirty="0"/>
          </a:p>
          <a:p>
            <a:r>
              <a:rPr lang="en-US" dirty="0"/>
              <a:t>* </a:t>
            </a:r>
            <a:r>
              <a:rPr lang="en-US" i="1" dirty="0"/>
              <a:t>This block works, only when host is on Debian operating system (15 row)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224644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93E0F3-D948-C061-A4F9-F57684809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707435"/>
            <a:ext cx="8911687" cy="1280890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F74A0D-0B95-5716-B72E-5F1A4DCEF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6443" y="3429000"/>
            <a:ext cx="8915400" cy="377762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For Your Attention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3831415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194</TotalTime>
  <Words>194</Words>
  <Application>Microsoft Office PowerPoint</Application>
  <PresentationFormat>Широкоэкранный</PresentationFormat>
  <Paragraphs>29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Легкий дым</vt:lpstr>
      <vt:lpstr>DevOps Task</vt:lpstr>
      <vt:lpstr>Structure</vt:lpstr>
      <vt:lpstr>GitHub Actions workflow file</vt:lpstr>
      <vt:lpstr>GitHub Actions workflow file</vt:lpstr>
      <vt:lpstr>Structure of ansible folder</vt:lpstr>
      <vt:lpstr>Ansible playbook</vt:lpstr>
      <vt:lpstr>Ansible role</vt:lpstr>
      <vt:lpstr>Environments</vt:lpstr>
      <vt:lpstr>Ansible tasks that executed by the role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Task</dc:title>
  <dc:creator>Vladyslav Biletskiy</dc:creator>
  <cp:lastModifiedBy>Vladyslav Biletskiy</cp:lastModifiedBy>
  <cp:revision>6</cp:revision>
  <dcterms:created xsi:type="dcterms:W3CDTF">2022-08-28T19:56:42Z</dcterms:created>
  <dcterms:modified xsi:type="dcterms:W3CDTF">2022-09-06T08:41:12Z</dcterms:modified>
</cp:coreProperties>
</file>